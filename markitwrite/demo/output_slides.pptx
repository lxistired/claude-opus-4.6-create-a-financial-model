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42723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41871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8830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